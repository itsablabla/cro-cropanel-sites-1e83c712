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(88/100)  ·  4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homepage's ability to establish trust and reduce purchase risk for first-time visitors, but it is bleeding value because the homepage shows no trust signals above the fold—no returns policy, guarantee, reviews, or security badge—leaving visitors with nothing to offset their risk.</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0.8–3.4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All six standard security headers are absent, weakening protection against XSS, clickjacking, and downgrade attacks, whi</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or security badge, so first-time visitors have nothing</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because page titles, meta descriptions, and Open Graph tags are missing or outsi</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No responsive viewport declared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 declared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5" name="TextBox 4"/>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6" name="TextBox 5"/>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7" name="TextBox 6"/>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8" name="TextBox 7"/>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9" name="TextBox 8"/>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0" name="TextBox 9"/>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